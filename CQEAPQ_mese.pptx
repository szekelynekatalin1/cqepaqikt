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39A0126-04EC-4B96-87BA-CD580726FB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536BB72-572A-47E4-A30C-8CF850044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941DADD-AFE0-4390-A216-9016066A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94BE9-4367-4DFC-B224-ECBB6412C921}" type="datetimeFigureOut">
              <a:rPr lang="hu-HU" smtClean="0"/>
              <a:t>2025. 01. 07.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B757B9A-3DB6-4931-8F1C-5787A4D33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0A2F618-FFA0-4348-BBE5-E48E25542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0B81-F79F-4D36-B224-A3865B0105C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31272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8A6C398-BFD1-4696-9A0D-99708F790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B5650BD-AA06-4972-BCFA-DAB8BEEE9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2B61F79-A2F7-456E-B5C9-6BA08F2C4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94BE9-4367-4DFC-B224-ECBB6412C921}" type="datetimeFigureOut">
              <a:rPr lang="hu-HU" smtClean="0"/>
              <a:t>2025. 01. 07.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4E120DB-8D83-4253-9D54-87D4C83C0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ECCBBB9-677C-433B-A8A3-D234ED1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0B81-F79F-4D36-B224-A3865B0105C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733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F7E409C-57A2-4FD3-B50E-73C48DB5A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AB9B696-692C-4C57-883D-B37C63DAA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5587551-318D-42D6-8389-2AB79ECBA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94BE9-4367-4DFC-B224-ECBB6412C921}" type="datetimeFigureOut">
              <a:rPr lang="hu-HU" smtClean="0"/>
              <a:t>2025. 01. 07.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FE29F49-6268-457D-9447-66D72A52E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7D012AF-E3A3-4E89-AF07-BE6AB304C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0B81-F79F-4D36-B224-A3865B0105C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96633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EBCB4B0-550D-4363-B688-368756336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435FEFC-A172-499E-80A1-5EA291794C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A41C85C-98B1-43E6-85B9-92C2E8160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ADB1A79-18A5-4D7B-A4CA-B2F05CECC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94BE9-4367-4DFC-B224-ECBB6412C921}" type="datetimeFigureOut">
              <a:rPr lang="hu-HU" smtClean="0"/>
              <a:t>2025. 01. 07.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93575CE-30B0-4F67-8857-F3D44D249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9B62BEC-5318-4C98-B4D7-755792D5D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0B81-F79F-4D36-B224-A3865B0105C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62204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D1DE17F-7759-49D3-A378-F7B93493D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2377016-7DD9-463A-BEBC-A73459B0C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2791D90-AA24-4285-B3B1-AE736D28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3EA4DC1-B4F4-4F1C-939C-661566DB7E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471ECD1A-9B3A-48AC-92A2-256463CBEE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B2C3419C-AE94-4C6E-B11B-5D6D7EB9A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94BE9-4367-4DFC-B224-ECBB6412C921}" type="datetimeFigureOut">
              <a:rPr lang="hu-HU" smtClean="0"/>
              <a:t>2025. 01. 07.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DA585604-D24D-4C5D-9161-2FA95DC63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5E2F2BE9-4669-4874-A9D5-6F1371992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0B81-F79F-4D36-B224-A3865B0105C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61628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D1A3CD3-7E0E-46F9-9C3F-86B04BDE0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9F35C55D-D89B-47AA-A42F-AB42ADF09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94BE9-4367-4DFC-B224-ECBB6412C921}" type="datetimeFigureOut">
              <a:rPr lang="hu-HU" smtClean="0"/>
              <a:t>2025. 01. 07.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E0692C1B-0FEA-4057-AB1F-AB416EECD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AC79691-6BC2-4FF7-A0AE-E364431C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0B81-F79F-4D36-B224-A3865B0105C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94185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0F0C16FD-E172-4ACC-AB2B-07FAE68EF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94BE9-4367-4DFC-B224-ECBB6412C921}" type="datetimeFigureOut">
              <a:rPr lang="hu-HU" smtClean="0"/>
              <a:t>2025. 01. 07.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E464A287-8FBC-4652-A2A7-445DADE3B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9167A53-7454-4F6E-9B75-29211C999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0B81-F79F-4D36-B224-A3865B0105C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36746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7E286E-89F2-4BC7-B61F-5411AF55E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B26BE49-0B3B-42CA-AFA6-71205FD8C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2F95BA9-1EC5-4E89-96C2-27752D54B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1A24AD3-B6BB-4264-837A-CED53E599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94BE9-4367-4DFC-B224-ECBB6412C921}" type="datetimeFigureOut">
              <a:rPr lang="hu-HU" smtClean="0"/>
              <a:t>2025. 01. 07.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BAAC05E-8479-4BCB-A83E-16A982390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B42B828-DB16-43E5-91C9-27F3F04DF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0B81-F79F-4D36-B224-A3865B0105C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36706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F8BB980-60B0-4D7B-A8FD-0E5B4DB5A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CD7ECD70-D955-4961-9BB2-F39B36297A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EF66B64-806B-4847-903D-299CF747F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2178C50-A047-42C5-B2C6-003F91D1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94BE9-4367-4DFC-B224-ECBB6412C921}" type="datetimeFigureOut">
              <a:rPr lang="hu-HU" smtClean="0"/>
              <a:t>2025. 01. 07.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2B2B39C-E9C8-4092-B931-9F5A85DAD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2272086-A793-4278-9EC6-29D99DFF7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0B81-F79F-4D36-B224-A3865B0105C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5090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AF50181-AC39-4482-B957-BFA4D7931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A4CB918-71AA-4F8C-9CE2-3A3602156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7558B52-41EE-4CF9-9779-6238341A1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94BE9-4367-4DFC-B224-ECBB6412C921}" type="datetimeFigureOut">
              <a:rPr lang="hu-HU" smtClean="0"/>
              <a:t>2025. 01. 07.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93C902C-E228-4FFA-933C-2B1F82B6F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546CFE6-5A30-47DC-AAFA-CCB736A8E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0B81-F79F-4D36-B224-A3865B0105C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72294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0C9E52D5-3ABD-4E86-A496-855103B11F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FCA8630B-A893-46BC-BE97-5277FB9EE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A62A5F8-32E6-4028-8EC7-66CDD27D5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94BE9-4367-4DFC-B224-ECBB6412C921}" type="datetimeFigureOut">
              <a:rPr lang="hu-HU" smtClean="0"/>
              <a:t>2025. 01. 07.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C009D5C-CE1F-4C56-8B1A-A8431FF63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13A871D-BC00-4803-9311-009B65C9C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0B81-F79F-4D36-B224-A3865B0105C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97476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5DEB1F30-63FC-40E7-BF58-6375FB9E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D0F1ECE-5AC0-4B06-8DA9-21E5E6D56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1516BF1-5D7B-4340-8F73-8F64CA7DEF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94BE9-4367-4DFC-B224-ECBB6412C921}" type="datetimeFigureOut">
              <a:rPr lang="hu-HU" smtClean="0"/>
              <a:t>2025. 01. 07.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C2060E4-DA15-4872-B1D8-E84619CC2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42B2A19-3A5C-4EE9-8B08-CDF9D1CA3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D0B81-F79F-4D36-B224-A3865B0105C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49800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media" Target="../media/media2.m4a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4" Type="http://schemas.openxmlformats.org/officeDocument/2006/relationships/audio" Target="../media/media2.m4a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audio" Target="../media/media6.m4a"/><Relationship Id="rId13" Type="http://schemas.microsoft.com/office/2007/relationships/media" Target="../media/media9.m4a"/><Relationship Id="rId18" Type="http://schemas.openxmlformats.org/officeDocument/2006/relationships/image" Target="../media/image2.jpg"/><Relationship Id="rId3" Type="http://schemas.microsoft.com/office/2007/relationships/media" Target="../media/media4.m4a"/><Relationship Id="rId7" Type="http://schemas.microsoft.com/office/2007/relationships/media" Target="../media/media6.m4a"/><Relationship Id="rId12" Type="http://schemas.openxmlformats.org/officeDocument/2006/relationships/audio" Target="../media/media8.m4a"/><Relationship Id="rId17" Type="http://schemas.openxmlformats.org/officeDocument/2006/relationships/slideLayout" Target="../slideLayouts/slideLayout1.xml"/><Relationship Id="rId2" Type="http://schemas.openxmlformats.org/officeDocument/2006/relationships/audio" Target="../media/media3.m4a"/><Relationship Id="rId16" Type="http://schemas.openxmlformats.org/officeDocument/2006/relationships/audio" Target="../media/media10.m4a"/><Relationship Id="rId1" Type="http://schemas.microsoft.com/office/2007/relationships/media" Target="../media/media3.m4a"/><Relationship Id="rId6" Type="http://schemas.openxmlformats.org/officeDocument/2006/relationships/audio" Target="../media/media5.m4a"/><Relationship Id="rId11" Type="http://schemas.microsoft.com/office/2007/relationships/media" Target="../media/media8.m4a"/><Relationship Id="rId5" Type="http://schemas.microsoft.com/office/2007/relationships/media" Target="../media/media5.m4a"/><Relationship Id="rId15" Type="http://schemas.microsoft.com/office/2007/relationships/media" Target="../media/media10.m4a"/><Relationship Id="rId10" Type="http://schemas.openxmlformats.org/officeDocument/2006/relationships/audio" Target="../media/media7.m4a"/><Relationship Id="rId19" Type="http://schemas.openxmlformats.org/officeDocument/2006/relationships/image" Target="../media/image1.png"/><Relationship Id="rId4" Type="http://schemas.openxmlformats.org/officeDocument/2006/relationships/audio" Target="../media/media4.m4a"/><Relationship Id="rId9" Type="http://schemas.microsoft.com/office/2007/relationships/media" Target="../media/media7.m4a"/><Relationship Id="rId14" Type="http://schemas.openxmlformats.org/officeDocument/2006/relationships/audio" Target="../media/media9.m4a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>
            <a:extLst>
              <a:ext uri="{FF2B5EF4-FFF2-40B4-BE49-F238E27FC236}">
                <a16:creationId xmlns:a16="http://schemas.microsoft.com/office/drawing/2014/main" id="{B8605C99-F055-4863-8264-6E47A581A7AB}"/>
              </a:ext>
            </a:extLst>
          </p:cNvPr>
          <p:cNvSpPr txBox="1"/>
          <p:nvPr/>
        </p:nvSpPr>
        <p:spPr>
          <a:xfrm>
            <a:off x="1118646" y="2321004"/>
            <a:ext cx="104763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6600" b="1" dirty="0"/>
              <a:t>A három kismalac és a farkas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E5B909B8-3467-4F6C-AA5E-B6CED940F9CF}"/>
              </a:ext>
            </a:extLst>
          </p:cNvPr>
          <p:cNvSpPr txBox="1"/>
          <p:nvPr/>
        </p:nvSpPr>
        <p:spPr>
          <a:xfrm>
            <a:off x="2730631" y="5996322"/>
            <a:ext cx="6730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/>
              <a:t>Készítette: Székelyné Katalin, CQEPAQ</a:t>
            </a:r>
          </a:p>
        </p:txBody>
      </p:sp>
      <p:pic>
        <p:nvPicPr>
          <p:cNvPr id="2" name="Rögzített hang">
            <a:hlinkClick r:id="" action="ppaction://media"/>
            <a:extLst>
              <a:ext uri="{FF2B5EF4-FFF2-40B4-BE49-F238E27FC236}">
                <a16:creationId xmlns:a16="http://schemas.microsoft.com/office/drawing/2014/main" id="{4732D09A-978F-4C9F-8CE7-2338DEBCCF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  <p:pic>
        <p:nvPicPr>
          <p:cNvPr id="3" name="Rögzített hang">
            <a:hlinkClick r:id="" action="ppaction://media"/>
            <a:extLst>
              <a:ext uri="{FF2B5EF4-FFF2-40B4-BE49-F238E27FC236}">
                <a16:creationId xmlns:a16="http://schemas.microsoft.com/office/drawing/2014/main" id="{B00D72B4-7557-4A9D-B8F8-28E2B1D674F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175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83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8896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>
            <a:extLst>
              <a:ext uri="{FF2B5EF4-FFF2-40B4-BE49-F238E27FC236}">
                <a16:creationId xmlns:a16="http://schemas.microsoft.com/office/drawing/2014/main" id="{B82FECE2-D44D-43FD-B792-03F964305082}"/>
              </a:ext>
            </a:extLst>
          </p:cNvPr>
          <p:cNvSpPr txBox="1"/>
          <p:nvPr/>
        </p:nvSpPr>
        <p:spPr>
          <a:xfrm>
            <a:off x="399068" y="5816339"/>
            <a:ext cx="117929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/>
              <a:t>Egyszer volt, hol nem volt, három kismalac úgy döntött, hogy saját házat épít.</a:t>
            </a:r>
          </a:p>
          <a:p>
            <a:endParaRPr lang="hu-HU" sz="2800" dirty="0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9A82B9F1-2CDE-4C35-A221-23E8F622639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24" y="177242"/>
            <a:ext cx="8222776" cy="5402690"/>
          </a:xfrm>
          <a:prstGeom prst="rect">
            <a:avLst/>
          </a:prstGeom>
        </p:spPr>
      </p:pic>
      <p:pic>
        <p:nvPicPr>
          <p:cNvPr id="2" name="Rögzített hang">
            <a:hlinkClick r:id="" action="ppaction://media"/>
            <a:extLst>
              <a:ext uri="{FF2B5EF4-FFF2-40B4-BE49-F238E27FC236}">
                <a16:creationId xmlns:a16="http://schemas.microsoft.com/office/drawing/2014/main" id="{20C67301-1D75-4EB4-A8A8-B047620BEC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  <p:pic>
        <p:nvPicPr>
          <p:cNvPr id="3" name="Rögzített hang">
            <a:hlinkClick r:id="" action="ppaction://media"/>
            <a:extLst>
              <a:ext uri="{FF2B5EF4-FFF2-40B4-BE49-F238E27FC236}">
                <a16:creationId xmlns:a16="http://schemas.microsoft.com/office/drawing/2014/main" id="{5DD68AAD-2FA2-46E3-90F6-53732A80D5D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  <p:pic>
        <p:nvPicPr>
          <p:cNvPr id="5" name="Rögzített hang">
            <a:hlinkClick r:id="" action="ppaction://media"/>
            <a:extLst>
              <a:ext uri="{FF2B5EF4-FFF2-40B4-BE49-F238E27FC236}">
                <a16:creationId xmlns:a16="http://schemas.microsoft.com/office/drawing/2014/main" id="{A006C95E-BE4A-4575-8D2B-2DAC422874B4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  <p:pic>
        <p:nvPicPr>
          <p:cNvPr id="6" name="Rögzített hang">
            <a:hlinkClick r:id="" action="ppaction://media"/>
            <a:extLst>
              <a:ext uri="{FF2B5EF4-FFF2-40B4-BE49-F238E27FC236}">
                <a16:creationId xmlns:a16="http://schemas.microsoft.com/office/drawing/2014/main" id="{CF742019-1BB7-4203-8418-7A67D9DE91D4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  <p:pic>
        <p:nvPicPr>
          <p:cNvPr id="7" name="Rögzített hang">
            <a:hlinkClick r:id="" action="ppaction://media"/>
            <a:extLst>
              <a:ext uri="{FF2B5EF4-FFF2-40B4-BE49-F238E27FC236}">
                <a16:creationId xmlns:a16="http://schemas.microsoft.com/office/drawing/2014/main" id="{08A8ADC0-18A2-4E82-878F-5BA4BCA4EADF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  <p:pic>
        <p:nvPicPr>
          <p:cNvPr id="9" name="Rögzített hang">
            <a:hlinkClick r:id="" action="ppaction://media"/>
            <a:extLst>
              <a:ext uri="{FF2B5EF4-FFF2-40B4-BE49-F238E27FC236}">
                <a16:creationId xmlns:a16="http://schemas.microsoft.com/office/drawing/2014/main" id="{86551A7F-897C-44F5-913F-2ABF3F7D4C40}"/>
              </a:ext>
            </a:extLst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  <p:pic>
        <p:nvPicPr>
          <p:cNvPr id="10" name="Rögzített hang">
            <a:hlinkClick r:id="" action="ppaction://media"/>
            <a:extLst>
              <a:ext uri="{FF2B5EF4-FFF2-40B4-BE49-F238E27FC236}">
                <a16:creationId xmlns:a16="http://schemas.microsoft.com/office/drawing/2014/main" id="{C3C44233-27CE-454C-BEEB-30591EF22BE2}"/>
              </a:ext>
            </a:extLst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  <p:pic>
        <p:nvPicPr>
          <p:cNvPr id="11" name="Rögzített hang">
            <a:hlinkClick r:id="" action="ppaction://media"/>
            <a:extLst>
              <a:ext uri="{FF2B5EF4-FFF2-40B4-BE49-F238E27FC236}">
                <a16:creationId xmlns:a16="http://schemas.microsoft.com/office/drawing/2014/main" id="{AB9FF9B9-CEA7-48A2-9CCA-566ECB1613BD}"/>
              </a:ext>
            </a:extLst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5892800" y="32258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675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785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881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" dur="105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75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1760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1" dur="3880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5" dur="7977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" dur="1011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54082">
                <p:cTn id="4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>
                <p:cTn id="4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4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4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 vol="80000">
                <p:cTn id="4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>
              <p:cMediaNode vol="80000">
                <p:cTn id="4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F07B04C8-C48D-4C29-9B5F-BC4FDB802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775" y="361434"/>
            <a:ext cx="8572892" cy="5379490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4FAD880E-F82E-40FD-A270-B5B1DC593FA5}"/>
              </a:ext>
            </a:extLst>
          </p:cNvPr>
          <p:cNvSpPr txBox="1"/>
          <p:nvPr/>
        </p:nvSpPr>
        <p:spPr>
          <a:xfrm>
            <a:off x="1255336" y="5740924"/>
            <a:ext cx="96813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Mind a hárman különböző házakat akartak építeni: az egyik szalmából, a második fából, a harmadik téglából akart házat építeni</a:t>
            </a:r>
          </a:p>
        </p:txBody>
      </p:sp>
    </p:spTree>
    <p:extLst>
      <p:ext uri="{BB962C8B-B14F-4D97-AF65-F5344CB8AC3E}">
        <p14:creationId xmlns:p14="http://schemas.microsoft.com/office/powerpoint/2010/main" val="1200667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83B4CCF0-CBDD-4715-9017-A588668AB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529" y="256732"/>
            <a:ext cx="6457361" cy="4880857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D926B540-9C6C-469A-AC1E-78CB757518DB}"/>
              </a:ext>
            </a:extLst>
          </p:cNvPr>
          <p:cNvSpPr txBox="1"/>
          <p:nvPr/>
        </p:nvSpPr>
        <p:spPr>
          <a:xfrm>
            <a:off x="1278093" y="5627081"/>
            <a:ext cx="9989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Egyszer arra sétált a gonosz farkas és megállt a szalmaházikó előtt. A farkas dörömbölni kezdett az ajtón, hogy eressze be. De a kismalac nem engedte be.</a:t>
            </a:r>
          </a:p>
        </p:txBody>
      </p:sp>
    </p:spTree>
    <p:extLst>
      <p:ext uri="{BB962C8B-B14F-4D97-AF65-F5344CB8AC3E}">
        <p14:creationId xmlns:p14="http://schemas.microsoft.com/office/powerpoint/2010/main" val="3503790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249FC1BE-C17E-40B9-ABDB-BEBEFB036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4177" y="378250"/>
            <a:ext cx="6463645" cy="5090120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941C6635-0148-404A-8D0C-517A4ED6C227}"/>
              </a:ext>
            </a:extLst>
          </p:cNvPr>
          <p:cNvSpPr txBox="1"/>
          <p:nvPr/>
        </p:nvSpPr>
        <p:spPr>
          <a:xfrm>
            <a:off x="1875935" y="5648753"/>
            <a:ext cx="88706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A farkas vett egy nagy levegőt és ráfújt a házikóra. A szalmaházikó rögtön összedőlt. A kismalac szaladt a testvére faházikójához.</a:t>
            </a:r>
          </a:p>
        </p:txBody>
      </p:sp>
    </p:spTree>
    <p:extLst>
      <p:ext uri="{BB962C8B-B14F-4D97-AF65-F5344CB8AC3E}">
        <p14:creationId xmlns:p14="http://schemas.microsoft.com/office/powerpoint/2010/main" val="2251070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6772F963-20BE-49AF-B3E1-C51CA57CCA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266" y="358219"/>
            <a:ext cx="8821467" cy="4595105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F84F56EB-FE61-4B92-88D0-DED59BF919D6}"/>
              </a:ext>
            </a:extLst>
          </p:cNvPr>
          <p:cNvSpPr txBox="1"/>
          <p:nvPr/>
        </p:nvSpPr>
        <p:spPr>
          <a:xfrm>
            <a:off x="1561397" y="5299452"/>
            <a:ext cx="92467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A farkas utána futott és megállt a faházikó előtt. Dörömbölni kezdett az ajtón, de a 2 kismalac nem engedte be. A farkas ismét vett egy nagy levegőt és elfújta a faházat.</a:t>
            </a:r>
          </a:p>
        </p:txBody>
      </p:sp>
    </p:spTree>
    <p:extLst>
      <p:ext uri="{BB962C8B-B14F-4D97-AF65-F5344CB8AC3E}">
        <p14:creationId xmlns:p14="http://schemas.microsoft.com/office/powerpoint/2010/main" val="2963831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EFBC1370-E711-414F-83A2-689CD05F6A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653" y="232284"/>
            <a:ext cx="6131988" cy="4823184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246978CB-A057-469B-8151-6A89EE49D8FE}"/>
              </a:ext>
            </a:extLst>
          </p:cNvPr>
          <p:cNvSpPr txBox="1"/>
          <p:nvPr/>
        </p:nvSpPr>
        <p:spPr>
          <a:xfrm>
            <a:off x="1569415" y="5250730"/>
            <a:ext cx="91111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/>
              <a:t>A két kismalac a testvérük házához sietett. A farkas utánuk szaladt. A farkas dörömbölni kezdett az ajtón, de a három kismalac nem engedte be. A farkas nagy levegőt vett és ráfújt a házikóra, de a házikó nem dőlt össze. </a:t>
            </a:r>
          </a:p>
        </p:txBody>
      </p:sp>
    </p:spTree>
    <p:extLst>
      <p:ext uri="{BB962C8B-B14F-4D97-AF65-F5344CB8AC3E}">
        <p14:creationId xmlns:p14="http://schemas.microsoft.com/office/powerpoint/2010/main" val="117951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24AAE42D-8DB9-4941-9080-016C6ECD35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213" y="612741"/>
            <a:ext cx="8590961" cy="4832416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07B5A16F-9FC9-4172-A6C0-195BBD507F78}"/>
              </a:ext>
            </a:extLst>
          </p:cNvPr>
          <p:cNvSpPr txBox="1"/>
          <p:nvPr/>
        </p:nvSpPr>
        <p:spPr>
          <a:xfrm>
            <a:off x="292296" y="5901180"/>
            <a:ext cx="74350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/>
              <a:t>Így hát a  farkas elindult éhesen, hazafelé.</a:t>
            </a:r>
          </a:p>
          <a:p>
            <a:r>
              <a:rPr lang="hu-HU" sz="2400" dirty="0"/>
              <a:t> A 3 kismalac kinevette a farkast és boldogan éltek tovább.</a:t>
            </a:r>
          </a:p>
        </p:txBody>
      </p:sp>
    </p:spTree>
    <p:extLst>
      <p:ext uri="{BB962C8B-B14F-4D97-AF65-F5344CB8AC3E}">
        <p14:creationId xmlns:p14="http://schemas.microsoft.com/office/powerpoint/2010/main" val="3279378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Szélesvásznú</PresentationFormat>
  <Paragraphs>10</Paragraphs>
  <Slides>8</Slides>
  <Notes>0</Notes>
  <HiddenSlides>0</HiddenSlides>
  <MMClips>10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Székelyné Kati</dc:creator>
  <cp:lastModifiedBy>Székelyné Kati</cp:lastModifiedBy>
  <cp:revision>13</cp:revision>
  <dcterms:created xsi:type="dcterms:W3CDTF">2024-11-29T10:32:01Z</dcterms:created>
  <dcterms:modified xsi:type="dcterms:W3CDTF">2025-01-07T16:52:08Z</dcterms:modified>
</cp:coreProperties>
</file>